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l'objectif : expliquer comment une commande traverse le projet, du menu client jusqu'au stockage JSON et au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principe central : les interfaces sont différentes, mais elles lisent et écrivent les mêmes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que Path garantit un chemin basé sur le dossier du fichier Python, pas sur le dossier depuis lequel la commande est lancée.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la différence entre Commande, qui représente l'achat complet, et LigneCommande, qui représente chaque produit dans l'achat.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que lancer main.py ne lance pas automatiquement le seed. Le seed doit être exécuté volontairement.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que le stock est diminué dans storage_json.create_commande(), puis que le ticket QR est ajouté dans backend.crud.py.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différence entre hash et chiffrement : le hash n'est pas destiné à être inversé.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le problème de rafraîchissement qui a été corrigé : seuls les labels de stock et le panier sont mis à jour quand la structure du menu ne change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rafraîchissement différentiel : le manager vérifie périodiquement le JSON, mais n'efface plus toutes les cartes à chaque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dashboard ne crée pas les ventes : il lit transactions.json et inventory.json pour les analyser.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le graphique à la structure des données : chaque ligne possède une catégorie et un total de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diapositive sert de plan de démonstration pratique. Préparer un compte manager avant l'exposé.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en résumant le flux complet : interface -&gt; backend -&gt; JSON -&gt; interface/dashboard.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3200" b="1">
                <a:solidFill>
                  <a:srgbClr val="E8AB2D"/>
                </a:solidFill>
                <a:latin typeface="Aptos"/>
              </a:defRPr>
            </a:pPr>
            <a:r>
              <a:t>SMART KIOSK ENSAM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Comprendre le backend, les interfaces</a:t>
            </a:r>
          </a:p>
          <a:p>
            <a:pPr algn="ctr">
              <a:spcAft>
                <a:spcPts val="5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et le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03320"/>
            <a:ext cx="8503920" cy="36576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D3E1ED"/>
                </a:solidFill>
                <a:latin typeface="Aptos"/>
              </a:defRPr>
            </a:pPr>
            <a:r>
              <a:t>Présentation technique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92040"/>
            <a:ext cx="8503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D3E1ED"/>
                </a:solidFill>
                <a:latin typeface="Aptos"/>
              </a:defRPr>
            </a:pPr>
            <a:r>
              <a:t>Backend JSON  •  Kiosk  •  Manager  •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Objectif et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Une application partagée par trois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Borne client : consulter le menu, remplir le panier et valider une commande.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Interface manager : suivre les commandes et faire évoluer leur statut.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Dashboard : analyser les ventes, le stock et les comptes managers.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  <a:latin typeface="Aptos"/>
              </a:defRPr>
            </a:pPr>
            <a:r>
              <a:t>Toutes les interfaces utilisent le même backend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08760"/>
            <a:ext cx="4480560" cy="356616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636776"/>
            <a:ext cx="4151376" cy="333756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kiosk_ui.py        -&gt; commande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manager_ui.py      -&gt; suivi des statuts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dashboard.py       -&gt; analyse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                         |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                 storage_json.py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                         |</a:t>
            </a:r>
          </a:p>
          <a:p>
            <a:pPr>
              <a:spcAft>
                <a:spcPts val="500"/>
              </a:spcAft>
              <a:defRPr sz="1700" b="0">
                <a:solidFill>
                  <a:srgbClr val="E0ECF5"/>
                </a:solidFill>
                <a:latin typeface="Aptos"/>
              </a:defRPr>
            </a:pPr>
            <a:r>
              <a:t>                 fichiers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Le stockage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Une base de données simple pour le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inventory.json : produits, prix, catégories et stock.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transactions.json : commandes et lignes de commande.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user.json : comptes managers et mots de passe hachés.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refill_requests.json : demandes de réapprovisionnement.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4892040" cy="320040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82495"/>
            <a:ext cx="4562855" cy="29718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DATA_DIR = Path(__file__).resolve().parent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inventory_file = DATA_DIR / "inventory.json"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load_inventory()  -&gt; JSON vers objets Produit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save_inventory()  -&gt; objets Produit vers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Les modèles métier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Les objets qui structurent les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3756"/>
                </a:solidFill>
                <a:latin typeface="Aptos"/>
              </a:defRPr>
            </a:pPr>
            <a:r>
              <a:t>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572000" cy="7315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id, nom, catégorie,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prix, stock actuel,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seuil d'alerte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029200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3756"/>
                </a:solidFill>
                <a:latin typeface="Aptos"/>
              </a:defRPr>
            </a:pPr>
            <a:r>
              <a:t>Commande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0" cy="7315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id, date, statut,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total, paiement,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QR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29200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3756"/>
                </a:solidFill>
                <a:latin typeface="Aptos"/>
              </a:defRPr>
            </a:pPr>
            <a:r>
              <a:t>LigneCommande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4572000" cy="7315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commande_id,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produit_id, quantité,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prix unitaire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74720"/>
            <a:ext cx="5029200" cy="1554480"/>
          </a:xfrm>
          <a:prstGeom prst="roundRect">
            <a:avLst/>
          </a:prstGeom>
          <a:solidFill>
            <a:srgbClr val="EFF6FB"/>
          </a:solidFill>
          <a:ln>
            <a:solidFill>
              <a:srgbClr val="2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576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93756"/>
                </a:solidFill>
                <a:latin typeface="Aptos"/>
              </a:defRPr>
            </a:pPr>
            <a:r>
              <a:t>Utilisateur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572000" cy="7315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nom utilisateur,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hash du mot de passe,</a:t>
            </a:r>
          </a:p>
          <a:p>
            <a:pPr>
              <a:spcAft>
                <a:spcPts val="500"/>
              </a:spcAft>
              <a:defRPr sz="1600" b="0">
                <a:solidFill>
                  <a:srgbClr val="232B34"/>
                </a:solidFill>
                <a:latin typeface="Aptos"/>
              </a:defRPr>
            </a:pPr>
            <a:r>
              <a:t>rôle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Le seed et le menu officiel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MENU_ITEMS est la source de vérité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seed.py définit les produits, leurs prix et leurs catégories.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Les trois catégories actuelles sont Boissons, Plats et Pâtisseries.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seed_produits() ajoute les produits manquants.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Il supprime les anciens produits absents de la liste officielle.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Il conserve le stock des produits déjà présents.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389120" cy="347472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545336"/>
            <a:ext cx="4059935" cy="32461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python -m backend.seed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MENU_ITEMS = (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("Sandwich Kefta", "Plats", 32.0),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("Café Noir", "Boissons", 10.0),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Création d'une commande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Du clic client à la persistance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71600"/>
            <a:ext cx="457200" cy="457200"/>
          </a:xfrm>
          <a:prstGeom prst="ellipse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375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53312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3756"/>
                </a:solidFill>
                <a:latin typeface="Aptos"/>
              </a:defRPr>
            </a:pPr>
            <a:r>
              <a:t>Ajout au panier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5331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Le panier garde product_id et quantité.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375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21992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3756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2199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Le kiosk recharge les produits actuels.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8211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375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90672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3756"/>
                </a:solidFill>
                <a:latin typeface="Aptos"/>
              </a:defRPr>
            </a:pPr>
            <a:r>
              <a:t>Contrôle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9067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Le backend vérifie l'existence et le stock.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977639"/>
            <a:ext cx="457200" cy="457200"/>
          </a:xfrm>
          <a:prstGeom prst="ellipse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375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59352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3756"/>
                </a:solidFill>
                <a:latin typeface="Aptos"/>
              </a:defRPr>
            </a:pPr>
            <a:r>
              <a:t>Écriture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5935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Commande, lignes et stock sont sauvegardés.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19472"/>
            <a:ext cx="457200" cy="2286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9375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28032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93756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28032"/>
            <a:ext cx="7315200" cy="4114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32B34"/>
                </a:solidFill>
                <a:latin typeface="Aptos"/>
              </a:defRPr>
            </a:pPr>
            <a:r>
              <a:t>crud.py génère un QR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Authentification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Le mot de passe n'est jamais stocké en clair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846320" cy="338328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36776"/>
            <a:ext cx="4517136" cy="31546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password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|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+--&gt; sel aléatoire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+--&gt; PBKDF2-HMAC-SHA256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     200 000 itérations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|</a:t>
            </a:r>
          </a:p>
          <a:p>
            <a:pPr>
              <a:spcAft>
                <a:spcPts val="500"/>
              </a:spcAft>
              <a:defRPr sz="1800" b="0">
                <a:solidFill>
                  <a:srgbClr val="E0ECF5"/>
                </a:solidFill>
                <a:latin typeface="Aptos"/>
              </a:defRPr>
            </a:pPr>
            <a:r>
              <a:t>   +--&gt; sel$hash  -&gt; user.json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hash_password() crée le sel et le hash.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verify_user() recalcule le hash avec le sel enregistré.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compare_digest() compare les deux hash.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Le rôle doit appartenir aux rôles manager autorisés.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Interface kiosk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Le parcours du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load_menu() lit l'inventaire et ne garde que les produits du seed.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Les boutons ajoutent un produit au panier.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La recherche et le filtre par catégorie modifient seulement l'affichage.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La validation appelle backend.crud.create_commande().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Après validation, le stock est mis à jour sans reconstruire tout le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554480"/>
            <a:ext cx="4480560" cy="329184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682495"/>
            <a:ext cx="4151376" cy="30632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cart = {product_id: quantity}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create_commande(panier, "Espèces")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-&gt; stock -= quantity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-&gt; transactions.json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-&gt; ticket_cmd_&lt;id&gt;.png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Interface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Suivre et faire avancer les commandes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get_active_commandes() récupère les commandes non servies.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Chaque ligne est associée à son produit par produit_id.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 statut suit le flux : En attente → En préparation → Servie.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update_commande_status() sauvegarde le nouveau statut.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Les cartes sont conservées : seules les commandes modifiées sont redessinées.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554480"/>
            <a:ext cx="4480560" cy="329184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682495"/>
            <a:ext cx="4151376" cy="30632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get_active_commandes()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|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+--&gt; Commande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+--&gt; [(LigneCommande, Produit), ...]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update_commande_status(id, statut)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Dashboard Streamlit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Transformer les JSON en informations décisionnelles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get_dashboard_data() aplatit les lignes de commande en DataFrame pandas.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Les dictionnaires produits_by_id et commandes_by_id relient les IDs.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Les filtres portent sur la catégorie et l'identifiant de commande.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Les pages couvrent dashboard, commandes, stock et managers.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508760"/>
            <a:ext cx="4480560" cy="347472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636776"/>
            <a:ext cx="4151376" cy="32461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ligne.produit_id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|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+--&gt; produits_by_id[id]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|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+--&gt; Product, Category, Quantity,</a:t>
            </a:r>
          </a:p>
          <a:p>
            <a:pPr>
              <a:spcAft>
                <a:spcPts val="500"/>
              </a:spcAft>
              <a:defRPr sz="1600" b="0">
                <a:solidFill>
                  <a:srgbClr val="E0ECF5"/>
                </a:solidFill>
                <a:latin typeface="Aptos"/>
              </a:defRPr>
            </a:pPr>
            <a:r>
              <a:t>            Unit Price, Line Total,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KPIs et graphiques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Comment les ventes sont calculées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Total Revenue = somme de Line Total.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Total Orders = nombre d'identifiants de commande distincts.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Avg Order Value = chiffre d'affaires / nombre de commandes.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Total Items Sold = somme des quantités.</a:t>
            </a:r>
          </a:p>
          <a:p>
            <a:pPr>
              <a:spcAft>
                <a:spcPts val="12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Plotly groupe les ventes par jour et par catégorie.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417320"/>
            <a:ext cx="4480560" cy="3657600"/>
          </a:xfrm>
          <a:prstGeom prst="roundRect">
            <a:avLst/>
          </a:prstGeom>
          <a:solidFill>
            <a:srgbClr val="1C242D"/>
          </a:solidFill>
          <a:ln>
            <a:solidFill>
              <a:srgbClr val="37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545336"/>
            <a:ext cx="4151376" cy="34290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category_sales = (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    chart_data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    .groupby("Category", as_index=False)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    ["Line Total"].sum()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)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px.bar(category_sales,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       x="Category",</a:t>
            </a:r>
          </a:p>
          <a:p>
            <a:pPr>
              <a:spcAft>
                <a:spcPts val="500"/>
              </a:spcAft>
              <a:defRPr sz="1500" b="0">
                <a:solidFill>
                  <a:srgbClr val="E0ECF5"/>
                </a:solidFill>
                <a:latin typeface="Aptos"/>
              </a:defRPr>
            </a:pPr>
            <a:r>
              <a:t>       y="Line Total")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Démonstration conseillée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Ordre idéal pour présenter 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1. Lancer main.py et ouvrir la borne client.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2. Montrer les trois catégories et ajouter deux produits.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3. Valider une commande et observer la baisse du stock.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4. Ouvrir l'interface manager et faire avancer le statut.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5. Ouvrir le dashboard et montrer KPIs, commandes et graphique.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  <a:latin typeface="Aptos"/>
              </a:defRPr>
            </a:pPr>
            <a:r>
              <a:t>6. Modifier le seed ou le stock, puis expliquer la synchronisation.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375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64008"/>
          </a:xfrm>
          <a:prstGeom prst="rect">
            <a:avLst/>
          </a:prstGeom>
          <a:solidFill>
            <a:srgbClr val="E8A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F6C79"/>
                </a:solidFill>
                <a:latin typeface="Aptos"/>
              </a:defRPr>
            </a:pPr>
            <a:r>
              <a:t>Ce qu'il faut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93756"/>
                </a:solidFill>
                <a:latin typeface="Aptos"/>
              </a:defRPr>
            </a:pPr>
            <a:r>
              <a:t>Le backend centralise les règles de stock, de commande et d'authentification.</a:t>
            </a:r>
          </a:p>
          <a:p>
            <a:pPr>
              <a:spcAft>
                <a:spcPts val="1200"/>
              </a:spcAft>
              <a:defRPr sz="2200">
                <a:solidFill>
                  <a:srgbClr val="193756"/>
                </a:solidFill>
                <a:latin typeface="Aptos"/>
              </a:defRPr>
            </a:pPr>
            <a:r>
              <a:t>Les IDs relient les produits, les lignes et les commandes.</a:t>
            </a:r>
          </a:p>
          <a:p>
            <a:pPr>
              <a:spcAft>
                <a:spcPts val="1200"/>
              </a:spcAft>
              <a:defRPr sz="2200">
                <a:solidFill>
                  <a:srgbClr val="193756"/>
                </a:solidFill>
                <a:latin typeface="Aptos"/>
              </a:defRPr>
            </a:pPr>
            <a:r>
              <a:t>Le seed définit le menu officiel ; l'inventaire conserve l'état actuel.</a:t>
            </a:r>
          </a:p>
          <a:p>
            <a:pPr>
              <a:spcAft>
                <a:spcPts val="1200"/>
              </a:spcAft>
              <a:defRPr sz="2200">
                <a:solidFill>
                  <a:srgbClr val="193756"/>
                </a:solidFill>
                <a:latin typeface="Aptos"/>
              </a:defRPr>
            </a:pPr>
            <a:r>
              <a:t>Le kiosk vend, le manager suit, le dashboard analyse.</a:t>
            </a:r>
          </a:p>
          <a:p>
            <a:pPr>
              <a:spcAft>
                <a:spcPts val="1200"/>
              </a:spcAft>
              <a:defRPr sz="2200">
                <a:solidFill>
                  <a:srgbClr val="193756"/>
                </a:solidFill>
                <a:latin typeface="Aptos"/>
              </a:defRPr>
            </a:pPr>
            <a:r>
              <a:t>La séparation des responsabilités rend le projet plus clair et maintenable.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E8AB2D"/>
                </a:solidFill>
                <a:latin typeface="Aptos"/>
              </a:defRPr>
            </a:pPr>
            <a:r>
              <a:t>Merci pour votre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73952"/>
            <a:ext cx="1828800" cy="182880"/>
          </a:xfrm>
          <a:prstGeom prst="rect">
            <a:avLst/>
          </a:prstGeom>
          <a:noFill/>
        </p:spPr>
        <p:txBody>
          <a:bodyPr wrap="square" lIns="45720" rIns="45720" tIns="27432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F6C79"/>
                </a:solidFill>
                <a:latin typeface="Aptos"/>
              </a:defRPr>
            </a:pPr>
            <a:r>
              <a:t>Smart Kiosk ENSAM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